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우리는 Claude Code보다 코딩을 잘하는 걸 만들지 않습니다. 여러 사람이 각자 에이전트를 돌릴 때, 에이전트의 질문이 정할 권한이 있는 사람에게 바로 가게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지난번 피드백은 범위가 너무 크다는 것이었습니다. 그래서 3역할 팀, 질문 owner 배정, 공통 계약 위의 병렬 개발 세 가지로 줄였습니다. 역할 쪼개기와 추가 에이전트는 미룹니다.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프론트 에이전트가 백엔드 질문을 해도 프론트 개발자 화면에 뜹니다. 공식 문서상 서브에이전트는 질문 도구를 못 쓰고, agent teams도 리드 한 사람에게 올립니다.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솔직히 말씀드리면 역할을 나눈 병렬 개발은 이미 Claude Code와 MetaGPT가 합니다. 없는 건 여러 사람의 에이전트 질문을 owner에게 보내는 것이고, 그게 우리 자리입니다.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팀 세션에서 나온 질문 173개를 라벨링했습니다. 기획 때는 FE와 BE 사이의 질문을 생각했는데, 실제로는 60%가 대표가 정할 질문이었습니다. 우선순위와 요청 의도 확인이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지금 서버의 기본 규칙, 묻는 쪽의 반대 역할로 보내는 방식은 실제 질문에서 13%만 맞혔습니다. PM을 고를 수 없는 설계였기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라우터 여섯 가지를 비교했습니다. LLM이 owner를 직접 고르면 실제 질문 94%, 백엔드 팀이 정답을 붙인 20문항 95%였습니다. 키워드 규칙은 처음 보는 도메인에서 53%로 떨어졌습니다.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정확도보다 어려운 건 대표 부하입니다. 가장 정확한 라우터도 73%를 대표에게 보냈습니다. 기획안의 확신도 낮으면 대표에게 단계는 오히려 정확도를 떨어뜨렸습니다.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그래서 다섯 단계로 바꿉니다. 묻기 전에 답을 찾고, 경로와 운영 반영은 규칙으로, 나머지는 LLM이, 확신이 낮아도 대표에게 몰지 않고, 넘기기 기록으로 배웁니다.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중계는 이미 서버에 들어가 있습니다. 상담 실행은 26번 시험에서 틀린 확정이 한 번도 없었고, 질문 중계를 끄는 스위치가 그대로 대조군이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목표인 공통 계약입니다. 공개 레포에서도 스펙 변경의 46%에 깨지는 변경이 있었고, 깨뜨리는 쪽은 대개 백엔드였습니다. 최소 계약 먼저, 결정 기록, 경로 검사는 이미 동작합니다. 빈칸은 실제 응답을 계약과 비교하는 V1A이고, 기말까지 이걸 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기말에는 같은 과제를 네 조건으로 돌립니다. Claude Code 한 세션, agent teams, NOMOS 질문 중계 끔, 켬. 지표는 성공, 시간, 토큰, 결정 재작업 네 개로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8주 계획입니다. 첫 2주에 팀원 세 명이 300문항을 블라인드로 다시 라벨링해 숫자를 확정하고, 라우터 v2를 서버에 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추가 아이디어는 대표의 시간을 아끼는 순서로 골랐습니다. 결정 장부 재사용과 질문 묶기가 먼저이고, Jev 같은 결정 모델은 기말에 비교만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정리하면, 질문의 다수는 대표에게 가야 하고, owner는 LLM이 9할 이상 맞힙니다. 남은 건 대표의 시간을 아끼는 것과 실제 팀 실험으로 증명하는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4955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241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1432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3718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7909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0195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4438650"/>
            <a:ext cx="29527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초대 수락 어려운 보류 30문항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20100" y="466725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97%   키워드 규칙 63%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0100" y="5124450"/>
            <a:ext cx="2952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백엔드 20문항은 표본이 작아 95% 구간이 LLM 76%~99%, 반대 규칙 48%~85%로 겹친다.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9/10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LLM이 틀린 10개 중 9개는 확신 0.6 이하에서 대표에게 미룬 경우. 모르면 대표에게 보내는 습관이 부하의 원인이다.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두 번째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계약: 장치는 거의 있고, 빈칸은 하나입니다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계약은 자주 깨진다(연구 허브 M4)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098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343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099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공개 웹앱 8개 레포에서 OpenAPI 스펙을 바꾼 커밋 중 깨지는 변경이 있는 비율(95% 구간 38~54%)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000500"/>
            <a:ext cx="32004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41338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9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00600"/>
            <a:ext cx="3238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리뷰에서 지적된 FE와 BE 계약 불일치 중 백엔드 쪽이 깨뜨린 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1905000"/>
            <a:ext cx="71056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6750" y="207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500" y="20764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7500" y="21145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0574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계약만 보고 만들 수 있으면 병행, 아니면 '계약 확정' 태스크로 쪼개 상대는 거기에만 선행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76750" y="27813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6750" y="29527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기록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500" y="29527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7500" y="29908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7600" y="29337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확정은 DECIDED 노트로 전체 전달, 남의 소관을 가정했으면 '가정함, 확인 필요'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6576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6750" y="38290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경로 소유와 diff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0" y="38290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38671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7600" y="38100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남의 영역 파일을 고친 커밋은 제출에서 반려(V3)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76750" y="45339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76750" y="47053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계약 대조(V1A)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0" y="47053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0" y="47434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7600" y="46863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응답을 OpenAPI와 기계 비교. 계약을 담을 테이블이 없어 항상 SKIPPED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76750" y="54102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76750" y="55816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5581650"/>
            <a:ext cx="609600" cy="2857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5619750"/>
            <a:ext cx="6096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9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600" y="5562600"/>
            <a:ext cx="4114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계약에 없는 결정은 정할 권한이 있는 사람에게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76750" y="6286500"/>
            <a:ext cx="710565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 연결, 넘기기 버튼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대조(V1A) 켜기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576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862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149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판정이 갈리는 질문에 확인 필요 표시(haiku 세 번 중 갈린 24%는 정확도 81%)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5435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250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250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6750" y="240030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0" y="3028950"/>
            <a:ext cx="333375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2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