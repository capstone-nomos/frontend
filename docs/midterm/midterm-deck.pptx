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우리는 Claude Code보다 코딩을 잘하는 걸 만들지 않습니다. 여러 사람이 각자 에이전트를 돌릴 때, 에이전트의 질문이 정할 권한이 있는 사람에게 바로 가게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지난번 피드백은 범위가 너무 크다는 것이었습니다. 그래서 3역할 팀, 질문 owner 배정, 공통 계약 위의 병렬 개발 세 가지로 줄였습니다. 역할 쪼개기와 추가 에이전트는 미룹니다.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지금은 프론트 에이전트가 백엔드 질문을 해도 프론트 개발자 화면에 뜹니다. 공식 문서상 서브에이전트는 질문 도구를 못 쓰고, agent teams도 리드 한 사람에게 올립니다.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솔직히 말씀드리면 역할을 나눈 병렬 개발은 이미 Claude Code와 MetaGPT가 합니다. 없는 건 여러 사람의 에이전트 질문을 owner에게 보내는 것이고, 그게 우리 자리입니다.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팀 세션에서 나온 질문 173개를 라벨링했습니다. 기획 때는 FE와 BE 사이의 질문을 생각했는데, 실제로는 60%가 대표가 정할 질문이었습니다. 우선순위와 요청 의도 확인이 많습니다.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지금 서버의 기본 규칙, 묻는 쪽의 반대 역할로 보내는 방식은 실제 질문에서 13%만 맞혔습니다. PM을 고를 수 없는 설계였기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라우터 여섯 가지를 비교했습니다. LLM이 owner를 직접 고르면 실제 질문 94%, 백엔드 팀이 정답을 붙인 20문항 95%였습니다. 키워드 규칙은 처음 보는 도메인에서 53%로 떨어졌습니다.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정확도보다 어려운 건 대표 부하입니다. 가장 정확한 라우터도 73%를 대표에게 보냈습니다. 기획안의 확신도 낮으면 대표에게 단계는 오히려 정확도를 떨어뜨렸습니다.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다섯 단계로 바꿉니다. 묻기 전에 답을 찾고, 경로와 운영 반영은 규칙으로, 나머지는 LLM이, 확신이 낮아도 대표에게 몰지 않고, 넘기기 기록으로 배웁니다.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중계는 이미 서버에 들어가 있습니다. 상담 실행은 26번 시험에서 틀린 확정이 한 번도 없었고, 질문 중계를 끄는 스위치가 그대로 대조군이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기말에는 같은 과제를 네 조건으로 돌립니다. Claude Code 한 세션, agent teams, NOMOS 질문 중계 끔, 켬. 지표는 성공, 시간, 토큰, 결정 재작업 네 개로 고정합니다.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8주 계획입니다. 첫 2주에 팀원 세 명이 300문항을 블라인드로 다시 라벨링해 숫자를 확정하고, 라우터 v2를 서버에 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추가 아이디어는 대표의 시간을 아끼는 순서로 골랐습니다. 결정 장부 재사용과 질문 묶기가 먼저이고, Jev 같은 결정 모델은 기말에 비교만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정리하면, 질문의 다수는 대표에게 가야 하고, owner는 LLM이 9할 이상 맞힙니다. 남은 건 대표의 시간을 아끼는 것과 실제 팀 실험으로 증명하는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876300"/>
            <a:ext cx="7620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NOMOS  중간발표  2026.10.16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09750"/>
            <a:ext cx="104775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에이전트의 질문을</a:t>
            </a:r>
          </a:p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정할 권한이 있는 사람에게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191000"/>
            <a:ext cx="8572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여러 사람이 각자 Claude Code를 돌리는 팀에서, AskUserQuestion을 맞는 owner에게 보내고</a:t>
            </a:r>
          </a:p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공통 계약 위에서 병렬로 개발하게 만드는 서버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61975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58102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중앙대학교 캡스톤디자인   최영현(대표)   오영훈(BE)   전병국(FE)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지난 피드백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범위를 줄였습니다: 3역할, 질문 owner 배정, 공통 계약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955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1336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기본적인 할당이 되는지부터 확인하세요.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3147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6300" y="33528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공통 프로토콜을 지키면서 병렬 개발이 되는지가 1차 목표입니다.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5339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6300" y="45720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에이전트 역할을 더 쪼개는 건 고생 대비 임팩트가 작습니다.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810250"/>
            <a:ext cx="533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교수님 피드백 요약(2026-10, 녹음 정리)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7000" y="2000250"/>
            <a:ext cx="5105400" cy="4191000"/>
          </a:xfrm>
          <a:prstGeom prst="roundRect">
            <a:avLst>
              <a:gd name="adj" fmla="val 136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22479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학기에 하는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2628900"/>
            <a:ext cx="4572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  PM, FE, BE 3역할 팀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  질문(AskUserQuestion)을 정할 권한이 있는 사람에게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  최소 공통 계약을 먼저 정하고 FE, BE 병렬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81800" y="4476750"/>
            <a:ext cx="4495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1800" y="46672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미루는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5029200"/>
            <a:ext cx="4572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역할 5개 이상, 비판 에이전트, ERD 에이전트,</a:t>
            </a:r>
          </a:p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스케줄러 에이전트, 회사 단위 도메인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Code의 질문은 한 사람에게만 갑니다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지금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190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381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3143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333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개발자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600" y="4095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4286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메신저로 BE 개발자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5048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5238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답을 다시 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86740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권한도 정보도 없는 사람이 중간에 낀다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NOMOS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190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5600" y="2381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에이전트가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3143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5600" y="3333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서버가 owner 판정: BE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4095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5600" y="4286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BE 개발자(또는 BE 노트북의 상담)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5048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05600" y="5238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실행으로 답이 돌아감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92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92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92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0" y="5867400"/>
            <a:ext cx="5143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서브에이전트는 질문 도구를 못 쓰고, agent teams도 리드 한 사람에게 올린다(공식 문서)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냉정하게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04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병렬 개발은 이미 있습니다. 질문 배달은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00250"/>
            <a:ext cx="10972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역할별 에이전트 병렬 개발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62500" y="22098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2500" y="22574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0" y="21907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 agent teams 문서가 FE, BE, 테스트 팀원을 예로 든다. MetaGPT(2024)도 PM, 설계자, 엔지니어 순서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067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2766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최소 계약 먼저 합의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62500" y="32766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2500" y="33242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9300" y="32575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우선 개발, 소비자 주도 계약 테스트는 사람 팀의 오래된 관행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1338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3434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빠른 결정 모델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2500" y="43434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43910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43243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Jev(TypeSafe, 2026-09) System 1 모델. 정확도는 최신 LLM보다 조금 낮고 빠르고 싸다고 주장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00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102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여러 사람의 에이전트 질문을 owner에게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62500" y="54102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62500" y="54578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9300" y="53911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Code는 한 사람, 한 세션 안에서만 팀을 꾸린다. 측정한 공개 데이터도 없다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6267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05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실제 팀 질문 173개 중 60%는 대표(PM)가 정할 일이었습니다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66900"/>
            <a:ext cx="10477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Jazzify 팀(FE, BE 분업) 세션의 AskUserQuestion. "3인 팀이었다면 누가 정할 결정인가"로 라벨링(Claude 임시 라벨, 사람 검수 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571750"/>
            <a:ext cx="6504363" cy="914400"/>
          </a:xfrm>
          <a:prstGeom prst="roundRect">
            <a:avLst>
              <a:gd name="adj" fmla="val 4166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850" y="2762250"/>
            <a:ext cx="6380538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600450"/>
            <a:ext cx="6532938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PM(대표)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42538" y="2571750"/>
            <a:ext cx="3777020" cy="914400"/>
          </a:xfrm>
          <a:prstGeom prst="roundRect">
            <a:avLst>
              <a:gd name="adj" fmla="val 4166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7788" y="2762250"/>
            <a:ext cx="365319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2538" y="3600450"/>
            <a:ext cx="380559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자기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60개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48134" y="2571750"/>
            <a:ext cx="605690" cy="914400"/>
          </a:xfrm>
          <a:prstGeom prst="roundRect">
            <a:avLst>
              <a:gd name="adj" fmla="val 629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3384" y="2762250"/>
            <a:ext cx="48186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6900" y="3600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상대 기술 역할 소관</a:t>
            </a:r>
          </a:p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31개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우선순위를 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("몇 순위로 올릴까요?")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909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09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09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요청 의도를 되묻는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("말씀하신 상단바가 어디인가요?")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104초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답까지 걸린 시간 중앙값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p90 약 31분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35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35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35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추천 선택지를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그대로 고른 비율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그래서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06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지금 서버의 기본 규칙은 13%만 맞힙니다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334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 기본 라우터는 질문 내용을 보지 않고 묻는 쪽의 반대 역할에 보낸다.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FE와 BE 사이의 질문만 있다고 가정한 설계라 PM을 고를 수 없다.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백엔드 팀이 만든 20문항(FE, BE 질문만)에서는 70%였지만, 실제 질문에서는 대부분이 PM 소관이라 무너진다.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77000" y="1905000"/>
            <a:ext cx="5105400" cy="4000500"/>
          </a:xfrm>
          <a:prstGeom prst="roundRect">
            <a:avLst>
              <a:gd name="adj" fmla="val 1428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21526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반대 역할 규칙의 정확도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2667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1800" y="2971800"/>
            <a:ext cx="2533650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0700" y="2952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3429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합성 24문항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800" y="3733800"/>
            <a:ext cx="150812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175" y="3714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42%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4191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81800" y="4495800"/>
            <a:ext cx="1357312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4362" y="4476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4953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실제 팀 질문 173문항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81800" y="5257800"/>
            <a:ext cx="48120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8255" y="5238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07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자체는 어렵지 않습니다. LLM이 직접 고르면 9할 이상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288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실제 팀 질문 173개, 첫 수신자가 정할 권한이 있는 사람인 비율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479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반대 역할 규칙(현재 서버 기본값)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52850" y="2209800"/>
            <a:ext cx="455878" cy="266700"/>
          </a:xfrm>
          <a:prstGeom prst="roundRect">
            <a:avLst>
              <a:gd name="adj" fmla="val 14285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3978" y="22479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6479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전부 PM에게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2850" y="2609850"/>
            <a:ext cx="2755092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3192" y="26479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80.3%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0480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 + 팀 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52850" y="3009900"/>
            <a:ext cx="2675809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3909" y="3048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4480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유형 분류 + 팀 표(sonnet)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2850" y="3409950"/>
            <a:ext cx="3210971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9071" y="34480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93.6%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8481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지정(haiku)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52850" y="3810000"/>
            <a:ext cx="313168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9787" y="38481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91.3%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2481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지정(sonnet)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2850" y="4210050"/>
            <a:ext cx="3230791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78891" y="42481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94.2%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46482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 v2(sonnet)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52850" y="4610100"/>
            <a:ext cx="336953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17637" y="4648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98.3%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105400"/>
            <a:ext cx="7239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v2는 실제 질문의 오답을 보고 경계 규칙을 더한 것이라 실제 질문 수치는 낙관적이다. 처음 보는 보류 세트에서는 v1과 차이가 없었다.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91500" y="1905000"/>
            <a:ext cx="3390900" cy="4286250"/>
          </a:xfrm>
          <a:prstGeom prst="roundRect">
            <a:avLst>
              <a:gd name="adj" fmla="val 1685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20100" y="213360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다른 세트에서도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2533650"/>
            <a:ext cx="2952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100" y="2781300"/>
            <a:ext cx="2952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95%   키워드 규칙 80%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0100" y="3409950"/>
            <a:ext cx="2952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24문항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0100" y="3657600"/>
            <a:ext cx="2952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83%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4286250"/>
            <a:ext cx="2952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0100" y="4533900"/>
            <a:ext cx="2952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53%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100" y="5200650"/>
            <a:ext cx="29527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규칙은 처음 보는 도메인에서 무너진다. 백엔드 20문항은 표본이 작아 95% 구간이 LLM 76%~99%, 반대 규칙 48%~85%로 겹친다.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08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어려운 건 정확도가 아니라 대표에게 몰리는 부하입니다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대표 부담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73%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정확한 라우터도 질문의 73%를 대표에게 보냈다. 정답 분포는 60%.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01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확신 낮으면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01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85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94% → 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기획안의 '확신도 낮으면 대표에게'(문턱 0.8)를 넣으면 첫 수신자 정확도가 오히려 내려가고, 대표 부담은 73%에서 90%로 늘었다.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72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39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오답의 모양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9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9/10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39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LLM이 틀린 10개 중 9개는 확신 0.6 이하에서 대표에게 미룬 경우. 모르면 대표에게 보내는 습관이 부하의 원인이다.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09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다섯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묻기 전에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명세, 결정 장부, 코드에 답이 있으면 묻지 않는다(상담 실행)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1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1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"멤버 목록 응답 형태는?"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코드에 있음, 사람 안 부름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94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289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89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결정적 신호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89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경로 소유권은 규칙으로. 운영 반영은 무조건 대표 승인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289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89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"server/refund를 고쳐도 되나요?"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BE(경로 소유)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87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라우터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owner와 확신도. 소비자 요구는 소비자, 응답 모양은 제공자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387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"정원 초과 에러 코드는?"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BE, 확신 0.95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90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485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85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확신이 낮으면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85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대표에게 몰지 않고 1순위에게. 버튼 하나로 넘기기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485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85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 0.4, 1순위 FE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FE에게, 넘기기 가능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88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583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기록하고 배운다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83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넘기기는 정답 라벨. 답은 결정 장부로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583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583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질문이 다시 오면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장부의 답으로 자동 응답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867400"/>
            <a:ext cx="10953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1단계와 4단계는 서버가 이미 가진 데이터(경로 소유 규칙, 이벤트 로그)를 쓴다. 새로 만드는 건 2, 3단계다.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구현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10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중계는 이미 서버에 들어가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621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1717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가로채기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8500" y="21717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Executor가 Claude Code의 AskUserQuestion을 가로채 서버로. 3분 안에 답이 오면 같은 실행에서 이어 간다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38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0480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기다리지 않기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30480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답이 늦으면 태스크를 내려놓고, 답이 오면 다시 가져간다. 3일 지나면 대표에게 올라간다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7147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243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상담 실행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8500" y="39243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역할의 노트북이 코드를 읽기 전용으로 보고 초안을 낸다. 시험 26회: 틀린 확정 0, 지시 주입 따름 0, 비밀 유출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591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8006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라우터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48006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규칙, LLM, Jev를 바꿔 끼우는 인터페이스. 실패하거나 30초 넘으면 규칙으로 대체하고 기록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대조군 스위치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8500" y="56769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프로젝트마다 질문 중계를 끌 수 있다. 끈 상태가 실험의 대조군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6343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기말까지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11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과제를 네 조건으로 돌립니다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한 세션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한 사람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9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4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4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agent teams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4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FE, BE 팀원, 한 사람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17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17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가정하고 진행(대조군)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35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630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30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30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 라우터 v2 + 최소 계약 먼저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1910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지표 네 개로 고정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과제 성공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인수 테스트 통과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09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09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완료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909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시작부터 끝까지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토큰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535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535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재작업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35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위반, 반려 횟수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5695950"/>
            <a:ext cx="10953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질문 지표(첫 수신자 정확도, 대표 부담, 답 대기 시간)는 C와 D 사이에서 본다. 과제: 정원 마감, 결제 환불, 초대 수락.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857500"/>
            <a:ext cx="10972800" cy="1905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6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1~2주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사람 검수 300문항(블라인드, 카파)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라우터 v2를 서버에 연결, 넘기기 버튼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194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194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3~4주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94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과제 3개 확정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조건 A~D 실행 파이프라인과 로그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5~6주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본 실험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결정 장부 재사용, 질문 묶기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90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390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분석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 비교 한 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488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88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88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 발표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실측 표와 시연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5334000"/>
            <a:ext cx="10972800" cy="762000"/>
          </a:xfrm>
          <a:prstGeom prst="roundRect">
            <a:avLst>
              <a:gd name="adj" fmla="val 75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200" y="5562600"/>
            <a:ext cx="10572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기말에 보여 줄 것: 실측 표 하나(A~D × 지표 4개)와 질문이 owner에게 가는 실제 시연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더 넣을 것과 미룰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대표의 시간을 아끼는 쪽부터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4003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장부 재사용: 같은 결정은 다시 묻지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051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묶기: 같은 사람에게 가는 질문을 한 번에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8100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추천 수락 후 진행, 사후 확인(추천 수락률 78%)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5148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넘기기 버튼과 재배정 로그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2197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 대기 기준 시간과 자동 상향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기말에 비교만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625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4003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Jev 같은 System 1 모델: 기말 비교 한 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31051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품질 검사(맥락, 선택지 누락)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75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8675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6750" y="24003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 5개 이상으로 확장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750" y="31051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비판, ERD, 스케줄러 전용 에이전트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1047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질문의 다수는 대표에게 가야 하고,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owner는 LLM이 9할 이상 맞힌다.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일은 대표의 시간을 아끼는 것과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 팀 실험으로 증명하는 것이다.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533400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5562600"/>
            <a:ext cx="1047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자료와 코드: NOMOS 연구 허브 reports/askuser_owner, 조사 보고서 docs/midterm/askuser-owner-report.html</a:t>
            </a:r>
          </a:p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질문 받겠습니다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